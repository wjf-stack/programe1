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6BD"/>
                </a:solidFill>
              </a:defRPr>
            </a:pPr>
            <a:r>
              <a:t>智联微记｜网页插件主题汇报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0972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F8F"/>
                </a:solidFill>
              </a:defRPr>
            </a:pPr>
            <a:r>
              <a:t>简约科技风 / 正式展示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203F"/>
                </a:solidFill>
              </a:defRPr>
            </a:pPr>
            <a:r>
              <a:t>让网页信息</a:t>
            </a:r>
            <a:br/>
            <a:r>
              <a:t>快速沉淀为可复用知识</a:t>
            </a:r>
          </a:p>
          <a:p>
            <a:pPr>
              <a:defRPr sz="1800">
                <a:solidFill>
                  <a:srgbClr val="5F6F8F"/>
                </a:solidFill>
              </a:defRPr>
            </a:pPr>
            <a:r>
              <a:t>浏览器插件 + Web 应用 + 知识图谱 的一体化方案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914400"/>
            <a:ext cx="42062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566160" cy="713232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开始截图摘录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788920"/>
            <a:ext cx="3566160" cy="713232"/>
          </a:xfrm>
          <a:prstGeom prst="roundRect">
            <a:avLst/>
          </a:prstGeom>
          <a:solidFill>
            <a:srgbClr val="4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打开知识图谱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749039"/>
            <a:ext cx="3566160" cy="713232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打开仪表盘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46904"/>
            <a:ext cx="16002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3端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插件/前端/后端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80060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4946904"/>
            <a:ext cx="16002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4步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采集→整理→关联→复用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80060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4946904"/>
            <a:ext cx="16002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3层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主题→分支→知识点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6BD"/>
                </a:solidFill>
              </a:defRPr>
            </a:pPr>
            <a:r>
              <a:t>核心功能矩阵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0972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F8F"/>
                </a:solidFill>
              </a:defRPr>
            </a:pPr>
            <a: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203F"/>
                </a:solidFill>
              </a:defRPr>
            </a:pPr>
            <a:r>
              <a:t>网页插件能力与业务价值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插件侧能力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任意网页拖拽选区截图摘录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主题 + 分支结构化录入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保存中/成功/失败状态反馈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一键跳转知识图谱与仪表盘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75104"/>
            <a:ext cx="47548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Web 端能力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仪表盘管理：查看、编辑、删除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笔记编辑增强：图片粘贴上传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3D知识图谱：多星系分簇展示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主题/分支筛选与同分支聚焦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6BD"/>
                </a:solidFill>
              </a:defRPr>
            </a:pPr>
            <a:r>
              <a:t>操作流程演示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0972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F8F"/>
                </a:solidFill>
              </a:defRPr>
            </a:pPr>
            <a:r>
              <a:t>User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203F"/>
                </a:solidFill>
              </a:defRPr>
            </a:pPr>
            <a:r>
              <a:t>从“看到信息”到“知识沉淀”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57984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01 启动插件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点击“开始截图摘录”进入选区模式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157984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02 结构化录入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填写主题与分支，保存截图笔记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57984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03 仪表盘管理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统一维护笔记、标签与内容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01168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157984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04 图谱复盘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按主题/分支聚焦知识关系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657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61104"/>
            <a:ext cx="329184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截图占位 1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插件弹窗截图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114800"/>
            <a:ext cx="3657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261104"/>
            <a:ext cx="329184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截图占位 2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摘录浮层截图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114800"/>
            <a:ext cx="31089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4261104"/>
            <a:ext cx="274320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截图占位 3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图谱筛选截图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6BD"/>
                </a:solidFill>
              </a:defRPr>
            </a:pPr>
            <a:r>
              <a:t>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0972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F8F"/>
                </a:solidFill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203F"/>
                </a:solidFill>
              </a:defRPr>
            </a:pPr>
            <a:r>
              <a:t>插件 + 前后端 + 图谱引擎协同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技术栈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前端：Vue3 + Vite + Pinia + Router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后端：Node.js + Express + LowDB + JWT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扩展：Manifest V3 + Content/Popup/SW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可视化：Three.js + GLTFLoader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75104"/>
            <a:ext cx="47548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关键亮点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跨端闭环：采集到复盘一体化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结构化维度：主题 + 分支 + 标签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图谱层级：多星系 + 分支轨道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可维护：模块清晰、便于扩展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6BD"/>
                </a:solidFill>
              </a:defRPr>
            </a:pPr>
            <a:r>
              <a:t>价值与总结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0972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F6F8F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203F"/>
                </a:solidFill>
              </a:defRPr>
            </a:pPr>
            <a:r>
              <a:t>美观 + 实用，适配正式展示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应用价值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学习场景：高频信息快速沉淀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课程汇报：插件演示更直观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产品介绍：问题-方案-效果链路完整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75104"/>
            <a:ext cx="47548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846BD"/>
                </a:solidFill>
              </a:defRPr>
            </a:pPr>
            <a:r>
              <a:t>后续规划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语义推荐与关联挖掘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多人协作与权限控制</a:t>
            </a:r>
          </a:p>
          <a:p>
            <a:pPr>
              <a:defRPr sz="1300">
                <a:solidFill>
                  <a:srgbClr val="10203F"/>
                </a:solidFill>
              </a:defRPr>
            </a:pPr>
            <a:r>
              <a:t>• 多端同步与稳定性提升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F8F"/>
                </a:solidFill>
              </a:defRPr>
            </a:pPr>
            <a:r>
              <a:t>演示建议：放映模式下配合“切换（淡化）”转场；第3页替换真实截图即可用于答辩。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