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智联微记｜网页插件主题精美汇报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课程展示 / 产品介绍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网页信息，一键沉淀为结构化知识资产</a:t>
            </a:r>
          </a:p>
          <a:p>
            <a:pPr>
              <a:defRPr sz="1400">
                <a:solidFill>
                  <a:srgbClr val="5D7096"/>
                </a:solidFill>
              </a:defRPr>
            </a:pPr>
            <a:r>
              <a:t>以浏览器插件为入口，连接仪表盘管理与3D知识图谱探索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188720"/>
            <a:ext cx="4114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79" y="1920240"/>
            <a:ext cx="3474720" cy="658368"/>
          </a:xfrm>
          <a:prstGeom prst="roundRect">
            <a:avLst/>
          </a:prstGeom>
          <a:solidFill>
            <a:srgbClr val="2F6B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开始截图摘录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788920"/>
            <a:ext cx="3474720" cy="658368"/>
          </a:xfrm>
          <a:prstGeom prst="roundRect">
            <a:avLst/>
          </a:prstGeom>
          <a:solidFill>
            <a:srgbClr val="2F6B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打开知识图谱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657600"/>
            <a:ext cx="3474720" cy="658368"/>
          </a:xfrm>
          <a:prstGeom prst="roundRect">
            <a:avLst/>
          </a:prstGeom>
          <a:solidFill>
            <a:srgbClr val="2F6B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打开仪表盘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26279"/>
            <a:ext cx="3474720" cy="658368"/>
          </a:xfrm>
          <a:prstGeom prst="roundRect">
            <a:avLst/>
          </a:prstGeom>
          <a:solidFill>
            <a:srgbClr val="F0F4FD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73FA0"/>
                </a:solidFill>
              </a:defRPr>
            </a:pPr>
            <a:r>
              <a:t>退出登录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983479"/>
            <a:ext cx="19019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FA0"/>
                </a:solidFill>
              </a:defRPr>
            </a:pPr>
            <a:r>
              <a:t>3端协同</a:t>
            </a:r>
          </a:p>
          <a:p>
            <a:pPr>
              <a:defRPr sz="1100">
                <a:solidFill>
                  <a:srgbClr val="5D7096"/>
                </a:solidFill>
              </a:defRPr>
            </a:pPr>
            <a:r>
              <a:t>插件/前端/后端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489204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4983479"/>
            <a:ext cx="19019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FA0"/>
                </a:solidFill>
              </a:defRPr>
            </a:pPr>
            <a:r>
              <a:t>4步闭环</a:t>
            </a:r>
          </a:p>
          <a:p>
            <a:pPr>
              <a:defRPr sz="1100">
                <a:solidFill>
                  <a:srgbClr val="5D7096"/>
                </a:solidFill>
              </a:defRPr>
            </a:pPr>
            <a:r>
              <a:t>采集→整理→关联→复用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89204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4983479"/>
            <a:ext cx="19019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FA0"/>
                </a:solidFill>
              </a:defRPr>
            </a:pPr>
            <a:r>
              <a:t>3层图谱</a:t>
            </a:r>
          </a:p>
          <a:p>
            <a:pPr>
              <a:defRPr sz="1100">
                <a:solidFill>
                  <a:srgbClr val="5D7096"/>
                </a:solidFill>
              </a:defRPr>
            </a:pPr>
            <a:r>
              <a:t>主题→分支→知识点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Why This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痛点驱动：碎片化信息难沉淀、难复盘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516636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现有问题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网页学习信息分散，截图与笔记割裂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收藏夹堆积后难检索、难形成知识结构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笔记缺乏主题与分支维度，复盘效率低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知识点之间关联弱，无法形成可视网络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56816"/>
            <a:ext cx="475488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项目目标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构建“插件采集 + 系统管理 + 图谱复盘”闭环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在采集阶段完成主题与分支结构化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通过图谱展示关系，提升学习迁移能力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提供可用于课程答辩的完整演示方案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功能全景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Feature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核心能力模块化设计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7033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338327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A. 插件采集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框选截图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主题/分支必填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保存状态反馈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7033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56816"/>
            <a:ext cx="338327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B. 仪表盘管理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笔记列表与检索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删除与编辑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主题管理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2926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1956816"/>
            <a:ext cx="26060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C. 图谱探索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多星系分簇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主题/分支筛选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897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05655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D. 编辑增强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图片粘贴上传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标签维护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快捷保存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977639"/>
            <a:ext cx="4663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105655"/>
            <a:ext cx="4343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E. 系统能力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登录鉴权(JWT)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文件上传(Multer)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轻量存储(LowDB)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用户流程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User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操作路径：从采集到复盘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770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66543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73FA0"/>
                </a:solidFill>
              </a:defRPr>
            </a:pPr>
            <a:r>
              <a:t>01 打开插件</a:t>
            </a:r>
          </a:p>
          <a:p>
            <a:pPr>
              <a:defRPr sz="1120">
                <a:solidFill>
                  <a:srgbClr val="5D7096"/>
                </a:solidFill>
              </a:defRPr>
            </a:pPr>
            <a:r>
              <a:t>登录后点击“开始截图摘录”，进入选区模式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65960"/>
            <a:ext cx="2770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066543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73FA0"/>
                </a:solidFill>
              </a:defRPr>
            </a:pPr>
            <a:r>
              <a:t>02 结构化录入</a:t>
            </a:r>
          </a:p>
          <a:p>
            <a:pPr>
              <a:defRPr sz="1120">
                <a:solidFill>
                  <a:srgbClr val="5D7096"/>
                </a:solidFill>
              </a:defRPr>
            </a:pPr>
            <a:r>
              <a:t>输入标题、主题、分支；保存截图与来源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65960"/>
            <a:ext cx="2770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66543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73FA0"/>
                </a:solidFill>
              </a:defRPr>
            </a:pPr>
            <a:r>
              <a:t>03 仪表盘整理</a:t>
            </a:r>
          </a:p>
          <a:p>
            <a:pPr>
              <a:defRPr sz="1120">
                <a:solidFill>
                  <a:srgbClr val="5D7096"/>
                </a:solidFill>
              </a:defRPr>
            </a:pPr>
            <a:r>
              <a:t>查看、编辑、删除笔记；管理主题标签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965960"/>
            <a:ext cx="2770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066543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73FA0"/>
                </a:solidFill>
              </a:defRPr>
            </a:pPr>
            <a:r>
              <a:t>04 图谱复盘</a:t>
            </a:r>
          </a:p>
          <a:p>
            <a:pPr>
              <a:defRPr sz="1120">
                <a:solidFill>
                  <a:srgbClr val="5D7096"/>
                </a:solidFill>
              </a:defRPr>
            </a:pPr>
            <a:r>
              <a:t>按主题/分支聚焦，查看关联与节点详情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14215"/>
            <a:ext cx="3246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截图位1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插件弹窗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建议使用真实界面图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8862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014215"/>
            <a:ext cx="3246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截图位2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摘录浮层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展示主题分支输入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886200"/>
            <a:ext cx="2926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4014215"/>
            <a:ext cx="26060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截图位3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图谱页面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展示筛选与高亮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插件能力细化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Plugin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插件体验设计：轻操作 + 强反馈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577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5257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交互细节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按钮分层：采集、图谱、仪表盘、登录状态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摘录入口显著，避免学习流程中断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错误提示可读：未登录/参数缺失/端口异常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支持端口适配，提升本地开发可用性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983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56816"/>
            <a:ext cx="466344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工程实现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Content Script 负责页面交互与选区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Service Worker 负责消息与上传请求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Popup 负责登录状态与快捷操作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统一消息协议：capture/save/search/open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图谱设计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Knowledge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3D图谱：从“列表管理”走向“关系认知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577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5257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视觉结构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星系：按关联连通组件分簇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恒星：主题（Tag）节点中心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轨道：分支（Branch）层级表达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行星：具体知识点笔记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983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56816"/>
            <a:ext cx="466344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交互能力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主题筛选 + 分支筛选双维过滤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点击节点查看标题/内容/图片预览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同分支聚焦，一键查看分支全量节点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摄像机重置、双击聚焦、流星动态效果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模块分层清晰，便于维护与扩展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577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52578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前端层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Vue3 + Vite + Pinia + Vue Router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页面：Dashboard / NoteEditor / Graph /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577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97096"/>
            <a:ext cx="525780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后端层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Express REST API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JWT鉴权 + Multer上传 + LowDB存储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49834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56816"/>
            <a:ext cx="46634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扩展层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Manifest V3（Popup / Content / Service Worker）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采集消息流：选区→截图→上传→笔记创建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跳转消息流：插件→图谱/仪表盘页面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接口协同：/auth /notes /tags /graph /upload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数据模型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Data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结构化字段支撑知识复用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352044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核心实体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User：账号、密码哈希、创建时间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Note：标题、内容、类型、来源、branch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Tag：主题标签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Relation：节点关系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2880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956816"/>
            <a:ext cx="324612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关联关系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noteTags：笔记与主题多对多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Graph Relations：sourceId → targetId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branch字段支持分支轨道展示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828800"/>
            <a:ext cx="2926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56816"/>
            <a:ext cx="260604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兼容策略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新数据优先读取branch字段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旧数据可从正文提取“分支：xxx”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保证历史内容可视化不失效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难点与解决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Engineering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关键难点与落地方案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516636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难点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扩展采集交互复杂：选区、截图、消息通信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本地端口不稳定：5173/5174/5175动态变化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图谱节点易拥挤：单中心布局可读性差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结构化演进：从文本分支到字段分支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56816"/>
            <a:ext cx="475488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解决方案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分层脚本设计：Popup/Content/SW职责清晰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端口探测与容错提示，提升可用性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多星系分簇 + 分支轨道，提升可读性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后端新增branch并做旧数据兼容解析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成果与评估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可视化展示 + 工程可用性双达成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11095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阶段成果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完成插件采集、仪表盘、图谱三端联调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支持主题/分支筛选与同分支聚焦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支持笔记编辑、删除、图片粘贴上传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68496"/>
            <a:ext cx="4983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展示价值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适用于课程汇报、毕业设计答辩、产品Demo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叙事完整：背景→方案→实现→效果→规划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11095"/>
            <a:ext cx="48463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效果评分（建议展示项）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以下可在现场按真实数据更新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91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7096"/>
                </a:solidFill>
              </a:defRPr>
            </a:pPr>
            <a:r>
              <a:t>功能完整度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697480"/>
            <a:ext cx="2834640" cy="201168"/>
          </a:xfrm>
          <a:prstGeom prst="roundRect">
            <a:avLst/>
          </a:prstGeom>
          <a:solidFill>
            <a:srgbClr val="E3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697480"/>
            <a:ext cx="2607868" cy="201168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59" y="26700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FA0"/>
                </a:solidFill>
              </a:defRPr>
            </a:pPr>
            <a: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363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7096"/>
                </a:solidFill>
              </a:defRPr>
            </a:pPr>
            <a:r>
              <a:t>交互体验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154680"/>
            <a:ext cx="2834640" cy="201168"/>
          </a:xfrm>
          <a:prstGeom prst="roundRect">
            <a:avLst/>
          </a:prstGeom>
          <a:solidFill>
            <a:srgbClr val="E3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3154680"/>
            <a:ext cx="2494483" cy="201168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59" y="3127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FA0"/>
                </a:solidFill>
              </a:defRPr>
            </a:pPr>
            <a:r>
              <a:t>88%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935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7096"/>
                </a:solidFill>
              </a:defRPr>
            </a:pPr>
            <a:r>
              <a:t>视觉表现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611880"/>
            <a:ext cx="2834640" cy="201168"/>
          </a:xfrm>
          <a:prstGeom prst="roundRect">
            <a:avLst/>
          </a:prstGeom>
          <a:solidFill>
            <a:srgbClr val="E3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3611880"/>
            <a:ext cx="2551176" cy="201168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59" y="35844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FA0"/>
                </a:solidFill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507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7096"/>
                </a:solidFill>
              </a:defRPr>
            </a:pPr>
            <a:r>
              <a:t>工程稳定性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069080"/>
            <a:ext cx="2834640" cy="201168"/>
          </a:xfrm>
          <a:prstGeom prst="roundRect">
            <a:avLst/>
          </a:prstGeom>
          <a:solidFill>
            <a:srgbClr val="E3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4069080"/>
            <a:ext cx="2409444" cy="201168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59" y="40416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FA0"/>
                </a:solidFill>
              </a:defRPr>
            </a:pPr>
            <a:r>
              <a:t>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079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7096"/>
                </a:solidFill>
              </a:defRPr>
            </a:pPr>
            <a:r>
              <a:t>可扩展性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526280"/>
            <a:ext cx="2834640" cy="201168"/>
          </a:xfrm>
          <a:prstGeom prst="roundRect">
            <a:avLst/>
          </a:prstGeom>
          <a:solidFill>
            <a:srgbClr val="E3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55279" y="4526280"/>
            <a:ext cx="2466136" cy="201168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59" y="44988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FA0"/>
                </a:solidFill>
              </a:defRPr>
            </a:pPr>
            <a:r>
              <a:t>87%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14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3FA0"/>
                </a:solidFill>
              </a:defRPr>
            </a:pPr>
            <a:r>
              <a:t>总结与规划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914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5D7096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44A"/>
                </a:solidFill>
              </a:defRPr>
            </a:pPr>
            <a:r>
              <a:t>智联微记：把碎片信息变成知识网络</a:t>
            </a:r>
          </a:p>
          <a:p>
            <a:pPr>
              <a:defRPr sz="1400">
                <a:solidFill>
                  <a:srgbClr val="5D7096"/>
                </a:solidFill>
              </a:defRPr>
            </a:pPr>
            <a:r>
              <a:t>感谢聆听 ·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516636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本项目关键词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网页插件采集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结构化沉淀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图谱化复盘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教学与展示友好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56816"/>
            <a:ext cx="475488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FA0"/>
                </a:solidFill>
              </a:defRPr>
            </a:pPr>
            <a:r>
              <a:t>下一步计划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语义检索与相似知识推荐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团队协作与知识共享权限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多端同步与离线数据策略</a:t>
            </a:r>
          </a:p>
          <a:p>
            <a:pPr>
              <a:defRPr sz="1220">
                <a:solidFill>
                  <a:srgbClr val="12244A"/>
                </a:solidFill>
              </a:defRPr>
            </a:pPr>
            <a:r>
              <a:t>• 模型辅助总结与自动归档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